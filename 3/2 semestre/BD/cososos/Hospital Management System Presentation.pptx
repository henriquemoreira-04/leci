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Open Sans SemiBold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8C6041-ED37-4E5D-9473-0BBC2EAABD06}">
  <a:tblStyle styleId="{8B8C6041-ED37-4E5D-9473-0BBC2EAABD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bold.fntdata"/><Relationship Id="rId25" Type="http://schemas.openxmlformats.org/officeDocument/2006/relationships/font" Target="fonts/OpenSansSemiBold-regular.fntdata"/><Relationship Id="rId28" Type="http://schemas.openxmlformats.org/officeDocument/2006/relationships/font" Target="fonts/OpenSansSemiBold-boldItalic.fntdata"/><Relationship Id="rId27" Type="http://schemas.openxmlformats.org/officeDocument/2006/relationships/font" Target="fonts/OpenSa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7837" y="1047750"/>
            <a:ext cx="10763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789634"/>
            <a:ext cx="11601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Sistema de Gestão Hospitalar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27834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Base de Dados • Projeto Prático • Grupo P6G2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519314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Miguel Santos (119649)  •  Henrique </a:t>
            </a:r>
            <a:r>
              <a:rPr lang="en-US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Moreira</a:t>
            </a:r>
            <a:r>
              <a:rPr b="0" i="0" lang="en-US" u="none" cap="none" strike="noStrike">
                <a:solidFill>
                  <a:srgbClr val="002D6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(119809)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6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36880" y="375050"/>
            <a:ext cx="6796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Introdução e Objetivos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36875" y="1432725"/>
            <a:ext cx="77274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instituições de saúde gerem diariamente um volume massivo de dados críticos , desde registos de pacientes a escalas médicas e gestão de blocos operatórios.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fragmentados causam atrasos administrativos, duplicação de dados e falhas na alocação de recursos essenciais.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Desenvolvimento de uma base de dados centralizada e relacional (SQL Server) que integra, de forma segura, os fluxos clínicos, operacionais e administrativos.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9100" y="442425"/>
            <a:ext cx="2435251" cy="243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1700" y="3604150"/>
            <a:ext cx="4464226" cy="23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2925"/>
            <a:ext cx="11049000" cy="427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871835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CONTEXTO E ABORDAGEM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871835"/>
            <a:ext cx="76200" cy="4476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898600" y="2383701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6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Solução Centralizada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98600" y="3006651"/>
            <a:ext cx="49530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sistema facilita o trabalho de médicos, enfermeiros e pessoal administrativo através de uma solução centralizada e segura.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Foco na melhoria da experiência dos utentes e eficiência dos profissionais de saúde na organização hospitalar.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6232600" y="2383701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6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Ciclo de Vida do Paciente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232600" y="3006651"/>
            <a:ext cx="4953000" cy="18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Acompanhamento total: desde a marcação de avaliações até à realização de cirurgias complexas.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Gestão de agendas, registo de diagnósticos e consulta de histórico médico em tempo real.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762000" y="871835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ANÁLISE DE REQUISITOS: ENTIDADES I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71500" y="871835"/>
            <a:ext cx="76200" cy="4476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16"/>
          <p:cNvGraphicFramePr/>
          <p:nvPr/>
        </p:nvGraphicFramePr>
        <p:xfrm>
          <a:off x="571500" y="25790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{8B8C6041-ED37-4E5D-9473-0BBC2EAABD06}</a:tableStyleId>
              </a:tblPr>
              <a:tblGrid>
                <a:gridCol w="1911400"/>
                <a:gridCol w="4555025"/>
                <a:gridCol w="4582575"/>
              </a:tblGrid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Atributos Chave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Pessoa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Entidade genérica base do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CC, NIF, Nome, Contacto, Morada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Paciente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Utente do Hospital (Instância de Pessoa)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Número de Utente, Grupo Sanguíneo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Médico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Responsável clínico por avaliações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Nº Médico, Especialidade, Departamento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Enfermeiro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Profissional de assistência e cirurgia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Nº Enfermeiro, Histórico Consultas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Administrador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Gestão operacional e administrativa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Nº Administrador, Departamento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16"/>
          <p:cNvSpPr/>
          <p:nvPr/>
        </p:nvSpPr>
        <p:spPr>
          <a:xfrm>
            <a:off x="571500" y="3507730"/>
            <a:ext cx="1911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2482899" y="3507730"/>
            <a:ext cx="4555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7037933" y="3507730"/>
            <a:ext cx="4582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1500" y="3955405"/>
            <a:ext cx="1911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2482899" y="3955405"/>
            <a:ext cx="4555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7037933" y="3955405"/>
            <a:ext cx="4582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1500" y="4403080"/>
            <a:ext cx="1911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482899" y="4403080"/>
            <a:ext cx="4555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7037933" y="4403080"/>
            <a:ext cx="4582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4850755"/>
            <a:ext cx="1911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482899" y="4850755"/>
            <a:ext cx="4555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7037933" y="4850755"/>
            <a:ext cx="4582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5298430"/>
            <a:ext cx="19113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482899" y="5298430"/>
            <a:ext cx="45550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037933" y="5298430"/>
            <a:ext cx="4582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871835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ANÁLISE DE REQUISITOS: ENTIDADES II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871835"/>
            <a:ext cx="76200" cy="4476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17"/>
          <p:cNvGraphicFramePr/>
          <p:nvPr/>
        </p:nvGraphicFramePr>
        <p:xfrm>
          <a:off x="571500" y="25790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{8B8C6041-ED37-4E5D-9473-0BBC2EAABD06}</a:tableStyleId>
              </a:tblPr>
              <a:tblGrid>
                <a:gridCol w="2016325"/>
                <a:gridCol w="4604750"/>
                <a:gridCol w="4427925"/>
              </a:tblGrid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Atributos Chave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Hospital / Dept.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Instituição e suas alas especializadas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Nome, Localização, Nº Departamento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Gabinetes, enfermarias e blocos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Nº Sala, Andar, Tipo de Sala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Equipamento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Recursos físicos e maquinaria médica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Identificador, Nome, Quantidade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Avaliação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Evento clínico agendado (Consulta)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Nº Avaliação, Data, CC Paciente/Médico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Cirurgia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Procedimento originado por diagnóstico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Nº Cirurgia, Risco, Observações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17"/>
          <p:cNvSpPr/>
          <p:nvPr/>
        </p:nvSpPr>
        <p:spPr>
          <a:xfrm>
            <a:off x="571500" y="3507730"/>
            <a:ext cx="2016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587823" y="3507730"/>
            <a:ext cx="4604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192565" y="3507730"/>
            <a:ext cx="44279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3955405"/>
            <a:ext cx="2016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2587823" y="3955405"/>
            <a:ext cx="4604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192565" y="3955405"/>
            <a:ext cx="44279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4403080"/>
            <a:ext cx="2016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587823" y="4403080"/>
            <a:ext cx="4604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192565" y="4403080"/>
            <a:ext cx="44279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850755"/>
            <a:ext cx="2016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587823" y="4850755"/>
            <a:ext cx="4604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192565" y="4850755"/>
            <a:ext cx="44279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1500" y="5298430"/>
            <a:ext cx="2016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587823" y="5298430"/>
            <a:ext cx="4604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192565" y="5298430"/>
            <a:ext cx="44279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5260"/>
            <a:ext cx="3492549" cy="4681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05260"/>
            <a:ext cx="3492549" cy="4681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05260"/>
            <a:ext cx="3492549" cy="468123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871835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871835"/>
            <a:ext cx="76200" cy="4476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794225" y="278636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6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Paciente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3253085"/>
            <a:ext cx="2901999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Marcação e cancelamento de avaliações. Consulta personalizada de histórico médico e percurso clínico.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572524" y="278636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6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Corpo Clínico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45074" y="3253085"/>
            <a:ext cx="2901999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Gestão de agendas, registo de diagnósticos e participação em cirurgias. Acesso a dados vitais dos pacientes.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350824" y="278636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6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Administrador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23374" y="3253085"/>
            <a:ext cx="2901999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Gestão total de recursos humanos, inventário de equipamentos, alocação de salas e supervisão de avaliações.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198626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198626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1986260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447675" y="126475"/>
            <a:ext cx="7491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DIAGRAMA ENTIDADE</a:t>
            </a:r>
            <a:r>
              <a:rPr b="1" lang="en-US" sz="2850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RELACIONAMENTO</a:t>
            </a: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25" y="1334950"/>
            <a:ext cx="10253325" cy="508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762000" y="871835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ESQUEMA RELACIONAL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871835"/>
            <a:ext cx="76200" cy="4476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1781614"/>
            <a:ext cx="5334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a tradução do nosso desenho conceptual para tabelas reais. Define onde e como guardamos cada informação de forma organizada.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Chaves Primárias (PK) Identidade Única: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Garantem que cada registo é único. Por exemplo, não existem dois pacientes com o mesmo Cartão de Cidadão ou médicos com o mesmo número mecanográfico.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Chaves Estrangeiras (FK)  As Ligações: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Funcionam como as "pontes" que conectam as tabelas. São as regras que impedem o sistema de cometer erros, como marcar uma cirurgia para um paciente que nem sequer existe no hospital.</a:t>
            </a:r>
            <a:endParaRPr/>
          </a:p>
        </p:txBody>
      </p:sp>
      <p:pic>
        <p:nvPicPr>
          <p:cNvPr id="191" name="Google Shape;1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5000" y="232676"/>
            <a:ext cx="4707151" cy="6392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2088"/>
            <a:ext cx="5334000" cy="2567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62088"/>
            <a:ext cx="5334000" cy="256758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762000" y="871835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LÓGICA DA BASE DE DADOS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71500" y="871835"/>
            <a:ext cx="76200" cy="4476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66775" y="3224063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6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Estrutura &amp; Dados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866775" y="3643163"/>
            <a:ext cx="4743450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866775" y="3852713"/>
            <a:ext cx="4743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SQL DDL: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Scripts completos para criação de tabelas, tipos e relações.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66775" y="4393555"/>
            <a:ext cx="4743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SQL DML: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Inserções massivas e manipulação de dados associada a cada formulário da aplicação.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581775" y="3224063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6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Programabilidade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6581775" y="3643163"/>
            <a:ext cx="4743450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581775" y="3852713"/>
            <a:ext cx="4743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Stored Procedures: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Encapsulamento de lógica de negócio para agendamentos e admissões.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581775" y="4393555"/>
            <a:ext cx="4743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User Defined Functions: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Cálculos de métricas hospitalares e filtros de pesquisa avançada.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762000" y="871835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ontserrat"/>
                <a:ea typeface="Montserrat"/>
                <a:cs typeface="Montserrat"/>
                <a:sym typeface="Montserrat"/>
              </a:rPr>
              <a:t>MECANISMOS AVANÇADOS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871835"/>
            <a:ext cx="76200" cy="4476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1000125" y="3069580"/>
            <a:ext cx="10620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Triggers: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Implementação de automação para atualização de stocks de equipamento e verificação de disponibilidade de salas.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000125" y="3488680"/>
            <a:ext cx="10620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Índices: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Otimização de queries de pesquisa por CC de paciente e diagnósticos, garantindo performance em bases de dados de grande escala.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000125" y="4136380"/>
            <a:ext cx="10620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Normalização: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Eliminação de redundâncias e anomalias de inserção/eliminação através de um design robusto.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000125" y="4555480"/>
            <a:ext cx="10620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Transações: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Garantia de atomicidade em processos críticos como o registo simultâneo de cirurgias e alocação de equipas.</a:t>
            </a:r>
            <a:endParaRPr/>
          </a:p>
        </p:txBody>
      </p:sp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8863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0773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543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7453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